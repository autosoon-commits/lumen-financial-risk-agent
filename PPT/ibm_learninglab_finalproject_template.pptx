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1"/>
    <p:restoredTop sz="94658"/>
  </p:normalViewPr>
  <p:slideViewPr>
    <p:cSldViewPr snapToGrid="0">
      <p:cViewPr varScale="1">
        <p:scale>
          <a:sx n="35" d="100"/>
          <a:sy n="35" d="100"/>
        </p:scale>
        <p:origin x="208" y="2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6030-E08C-5912-DEE3-106E8FA70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7B814-3C64-374B-9FD0-FBE17622D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AECA1-E9B6-0D0E-DFBF-BA32363B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3B03-7CBA-F148-CA1B-C156E78A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E548A-F532-1126-E7C8-2BE2E1FE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DC4D-9C17-08BF-FDFE-EA968685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32F2-0889-F41C-4ADA-38F10F93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FB59-BF8D-FD64-D93F-040A0B09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B28FD-3C29-7435-0685-F5433DA6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5D18F-5735-0F0D-9C47-C3348A71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0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AC16-2828-B8A6-B3E7-592FCAC0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93D6B-1C8C-3D10-A8C9-D337BD9C0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57A0-39AF-3992-0486-B5E085A9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17CDA-F8A2-D690-FA3D-F358BBF6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AC98-63F0-78D9-3CFB-15E40365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8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173A-03BA-D7F7-6936-B1AE8C02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B144-517B-9125-145D-46C4B333B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14890-E264-E7CF-0C3F-2C127252A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B2377-19CB-3EAC-F585-2F8045DA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E65E5-2A7A-4AE1-E49D-477B1151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F049B-1FAC-9F5A-5181-8C8BDDED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0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3DCB-D407-B26A-9CC0-57ACF625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0540-2483-82B6-2A56-ADCBC865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190A2-FB02-9216-6092-6CDB3556E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3839C-351B-5768-331D-D92B713F0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A3A99-17DC-BAC0-780D-D5D274AA5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2454B-7984-1496-FDF4-3EA0F865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E944D-2976-269C-30DE-C0D5C4D5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E4175-D342-221F-158D-C2D96009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3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C313-4D9C-B67F-FD19-C47CE83B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31952-D277-87D2-31B2-5DD81A91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D8808-13E2-03F7-D318-509D64CA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426E9-9268-FD92-99F8-A97F318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8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8006F-1108-66E0-3F6D-43BBCCB1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2AEE0-88FB-6F3B-CD2B-DF71686C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77456-8DFA-75AB-F8D5-18AF5698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D996-BCC1-4F91-6B1F-743F9B1E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1FE0-FA17-16B9-EDF4-E5CED4756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57E2C-C8F9-5327-45D7-C63488ADD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F0A4D-AD2A-5D93-48A7-13A18FB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373-A751-00A4-8C81-7FCA92A5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AD3AC-0147-3A53-CEC3-9CDE75E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1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52BB-6ECF-37E0-B27D-296505C1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9D24D-8AB3-9C94-A4F2-5BBA58D1F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E07C8-2422-451E-8140-51AFCC487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ACB30-60C4-1B12-959F-FA5544EE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900A-EF8E-9BC0-E7A7-52BBFAA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DFA95-9351-E71C-4FC4-417C5DA0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7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8FE4-FA4D-4127-C67C-44962C4D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B8905-C4ED-B3C5-1B4C-490E66D2B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A6396-7C31-9530-CEC8-DAE58F22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4EEE-57F3-0F88-8A9F-22888FC5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C551B-3CB3-C9FA-6B60-58D9F1B0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0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4D5BC-C186-DA4B-BA83-20E2F430D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60ACC-299C-B04F-8DEE-7A7CD3048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290E-462F-A5BE-05CC-3A9C7B19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3F9B2-C794-2538-1DFF-ECBBA364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26775-4628-BD61-88B4-84226135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754E9-A363-3762-1D77-F5C54C0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3E00-5045-5333-FEFB-51BA2460C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255C-1561-054F-A391-FF4FB24B8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1ED01-BBF9-5641-A443-1B797D53989A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146BF-D05B-3227-A573-45F57D211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15EF-4F9B-CAB7-F6AB-428C3DEDC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2D6-37A4-DD21-F6C9-F2734C4B6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B9994-B45B-B015-0956-92E602332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3557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C767-22CB-95A0-17AD-0C1984E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E663D-A2CC-335E-C171-80E5EE949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deck includes the basic information that must be part of the project presentation. Please note: </a:t>
            </a:r>
          </a:p>
          <a:p>
            <a:r>
              <a:rPr lang="en-US" dirty="0"/>
              <a:t>The team can add design slides if desired</a:t>
            </a:r>
          </a:p>
          <a:p>
            <a:r>
              <a:rPr lang="en-US" dirty="0"/>
              <a:t>The team can include additional information as long as presentation video is no longer than 3 min</a:t>
            </a:r>
          </a:p>
          <a:p>
            <a:r>
              <a:rPr lang="en-US" dirty="0"/>
              <a:t>The presentation videos do not need to show the slides. We recommend the video is reserved for the demo only and include any required information through a voiceover. </a:t>
            </a:r>
          </a:p>
        </p:txBody>
      </p:sp>
    </p:spTree>
    <p:extLst>
      <p:ext uri="{BB962C8B-B14F-4D97-AF65-F5344CB8AC3E}">
        <p14:creationId xmlns:p14="http://schemas.microsoft.com/office/powerpoint/2010/main" val="100015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C1C3-BCEA-70F9-B8A6-B897ADB5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7904-C978-DD54-08C2-6E3F728E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industry problem being addressed? </a:t>
            </a:r>
          </a:p>
          <a:p>
            <a:r>
              <a:rPr lang="en-US" dirty="0"/>
              <a:t>Why is this problem significant </a:t>
            </a:r>
          </a:p>
        </p:txBody>
      </p:sp>
    </p:spTree>
    <p:extLst>
      <p:ext uri="{BB962C8B-B14F-4D97-AF65-F5344CB8AC3E}">
        <p14:creationId xmlns:p14="http://schemas.microsoft.com/office/powerpoint/2010/main" val="302179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ACE0-150B-3657-64D4-C50D0877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2D72-2238-269B-3BCE-3738A32BF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are the target users</a:t>
            </a:r>
          </a:p>
          <a:p>
            <a:r>
              <a:rPr lang="en-US" dirty="0"/>
              <a:t>What are the user’s pain points that you solve</a:t>
            </a:r>
          </a:p>
          <a:p>
            <a:r>
              <a:rPr lang="en-US" dirty="0"/>
              <a:t>Why don’t current solutions solve the problem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8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0AB7-DA93-68AD-824B-4B076EC0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8998F-B5FB-E1F2-B2A0-A03CA386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proposed solution</a:t>
            </a:r>
          </a:p>
          <a:p>
            <a:r>
              <a:rPr lang="en-US" dirty="0"/>
              <a:t>How does the solution solve the problem and deliver value</a:t>
            </a:r>
          </a:p>
        </p:txBody>
      </p:sp>
    </p:spTree>
    <p:extLst>
      <p:ext uri="{BB962C8B-B14F-4D97-AF65-F5344CB8AC3E}">
        <p14:creationId xmlns:p14="http://schemas.microsoft.com/office/powerpoint/2010/main" val="7279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29E2-5101-BF89-DA09-428DC2E2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3D61-D329-3B6E-5383-F0A82DC5F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representation showing how the components interact and work together to solve the problem</a:t>
            </a:r>
          </a:p>
          <a:p>
            <a:r>
              <a:rPr lang="en-US" dirty="0"/>
              <a:t>How does the solution ensure ethical and responsible use of AI? </a:t>
            </a:r>
          </a:p>
        </p:txBody>
      </p:sp>
    </p:spTree>
    <p:extLst>
      <p:ext uri="{BB962C8B-B14F-4D97-AF65-F5344CB8AC3E}">
        <p14:creationId xmlns:p14="http://schemas.microsoft.com/office/powerpoint/2010/main" val="360513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1BCF0-08EC-4218-3774-B32B0632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05EC-01B4-A9E7-ED58-AE6BE868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82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6E85-37EA-4E31-15DF-DAFE662D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398F-74F1-0990-AFC5-F8705B21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 to Action </a:t>
            </a:r>
          </a:p>
          <a:p>
            <a:r>
              <a:rPr lang="en-US" dirty="0"/>
              <a:t>Opportunity for the future </a:t>
            </a:r>
          </a:p>
          <a:p>
            <a:r>
              <a:rPr lang="en-US" dirty="0"/>
              <a:t>Final regards</a:t>
            </a:r>
          </a:p>
        </p:txBody>
      </p:sp>
    </p:spTree>
    <p:extLst>
      <p:ext uri="{BB962C8B-B14F-4D97-AF65-F5344CB8AC3E}">
        <p14:creationId xmlns:p14="http://schemas.microsoft.com/office/powerpoint/2010/main" val="406854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173</Words>
  <Application>Microsoft Macintosh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Title Slide</vt:lpstr>
      <vt:lpstr>Instructions</vt:lpstr>
      <vt:lpstr>The Problem</vt:lpstr>
      <vt:lpstr>User Target</vt:lpstr>
      <vt:lpstr>The Solution</vt:lpstr>
      <vt:lpstr>Architectural Diagram</vt:lpstr>
      <vt:lpstr>Demo Video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Turney</dc:creator>
  <cp:lastModifiedBy>Lauren Turney</cp:lastModifiedBy>
  <cp:revision>1</cp:revision>
  <dcterms:created xsi:type="dcterms:W3CDTF">2026-04-13T20:54:54Z</dcterms:created>
  <dcterms:modified xsi:type="dcterms:W3CDTF">2026-04-13T21:00:31Z</dcterms:modified>
</cp:coreProperties>
</file>